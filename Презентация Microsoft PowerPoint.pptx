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510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242F8B6-4AFE-454D-91A5-63BABCAE7A27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FF15C78-6C83-411E-A652-31B645FDC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55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2F8B6-4AFE-454D-91A5-63BABCAE7A27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5C78-6C83-411E-A652-31B645FDC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656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2F8B6-4AFE-454D-91A5-63BABCAE7A27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5C78-6C83-411E-A652-31B645FDC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2358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2F8B6-4AFE-454D-91A5-63BABCAE7A27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5C78-6C83-411E-A652-31B645FDC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2960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2F8B6-4AFE-454D-91A5-63BABCAE7A27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5C78-6C83-411E-A652-31B645FDC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246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2F8B6-4AFE-454D-91A5-63BABCAE7A27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5C78-6C83-411E-A652-31B645FDC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555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2F8B6-4AFE-454D-91A5-63BABCAE7A27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5C78-6C83-411E-A652-31B645FDC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5558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2F8B6-4AFE-454D-91A5-63BABCAE7A27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5C78-6C83-411E-A652-31B645FDC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9845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2F8B6-4AFE-454D-91A5-63BABCAE7A27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5C78-6C83-411E-A652-31B645FDC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5375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2F8B6-4AFE-454D-91A5-63BABCAE7A27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5C78-6C83-411E-A652-31B645FDC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3773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2F8B6-4AFE-454D-91A5-63BABCAE7A27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5C78-6C83-411E-A652-31B645FDC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3270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2F8B6-4AFE-454D-91A5-63BABCAE7A27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5C78-6C83-411E-A652-31B645FDC714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5947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2F8B6-4AFE-454D-91A5-63BABCAE7A27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5C78-6C83-411E-A652-31B645FDC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70771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2F8B6-4AFE-454D-91A5-63BABCAE7A27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5C78-6C83-411E-A652-31B645FDC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2149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2F8B6-4AFE-454D-91A5-63BABCAE7A27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5C78-6C83-411E-A652-31B645FDC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7803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2F8B6-4AFE-454D-91A5-63BABCAE7A27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5C78-6C83-411E-A652-31B645FDC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5348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2F8B6-4AFE-454D-91A5-63BABCAE7A27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15C78-6C83-411E-A652-31B645FDC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1594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2F8B6-4AFE-454D-91A5-63BABCAE7A27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15C78-6C83-411E-A652-31B645FDC7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19617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video" Target="../media/media1.mp4"/><Relationship Id="rId7" Type="http://schemas.openxmlformats.org/officeDocument/2006/relationships/image" Target="../media/image9.png"/><Relationship Id="rId12" Type="http://schemas.openxmlformats.org/officeDocument/2006/relationships/image" Target="../media/image12.png"/><Relationship Id="rId2" Type="http://schemas.microsoft.com/office/2007/relationships/media" Target="../media/media1.mp4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png"/><Relationship Id="rId11" Type="http://schemas.openxmlformats.org/officeDocument/2006/relationships/image" Target="../media/image11.png"/><Relationship Id="rId5" Type="http://schemas.openxmlformats.org/officeDocument/2006/relationships/image" Target="../media/image7.png"/><Relationship Id="rId10" Type="http://schemas.openxmlformats.org/officeDocument/2006/relationships/image" Target="../media/image6.emf"/><Relationship Id="rId4" Type="http://schemas.openxmlformats.org/officeDocument/2006/relationships/slideLayout" Target="../slideLayouts/slideLayout7.xml"/><Relationship Id="rId9" Type="http://schemas.openxmlformats.org/officeDocument/2006/relationships/package" Target="../embeddings/Microsoft_Word_Document.doc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F945D8F-0547-46C2-8E3B-CC38E2A16428}"/>
              </a:ext>
            </a:extLst>
          </p:cNvPr>
          <p:cNvSpPr/>
          <p:nvPr/>
        </p:nvSpPr>
        <p:spPr>
          <a:xfrm>
            <a:off x="3294834" y="-3056220"/>
            <a:ext cx="4763069" cy="122829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{"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myengine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":{"id":"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playgame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"}}</a:t>
            </a:r>
            <a:endParaRPr lang="ru-RU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770B547-43D0-4C0B-9813-BD58FA105196}"/>
              </a:ext>
            </a:extLst>
          </p:cNvPr>
          <p:cNvSpPr/>
          <p:nvPr/>
        </p:nvSpPr>
        <p:spPr>
          <a:xfrm>
            <a:off x="3766781" y="2472518"/>
            <a:ext cx="4763069" cy="1228299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{"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myengine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":{"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id":"options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"}}</a:t>
            </a:r>
            <a:endParaRPr lang="ru-RU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AD55218-BE93-49B8-AA23-0ADC5E0AFE21}"/>
              </a:ext>
            </a:extLst>
          </p:cNvPr>
          <p:cNvSpPr/>
          <p:nvPr/>
        </p:nvSpPr>
        <p:spPr>
          <a:xfrm>
            <a:off x="3766781" y="4153467"/>
            <a:ext cx="4763069" cy="12282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{"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myengine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":{"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id":"exit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"}}</a:t>
            </a:r>
            <a:endParaRPr lang="ru-RU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C9C5991-8DCF-4CBC-81EA-0EE7979D7C49}"/>
              </a:ext>
            </a:extLst>
          </p:cNvPr>
          <p:cNvSpPr/>
          <p:nvPr/>
        </p:nvSpPr>
        <p:spPr>
          <a:xfrm>
            <a:off x="3766781" y="862084"/>
            <a:ext cx="4763069" cy="122829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{"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myengine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":{"id":"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playgametrue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"}}</a:t>
            </a:r>
            <a:endParaRPr lang="ru-RU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4783589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вал 4">
            <a:extLst>
              <a:ext uri="{FF2B5EF4-FFF2-40B4-BE49-F238E27FC236}">
                <a16:creationId xmlns:a16="http://schemas.microsoft.com/office/drawing/2014/main" id="{2FE2618A-2C1C-4A55-8EB1-9DAAC9882406}"/>
              </a:ext>
            </a:extLst>
          </p:cNvPr>
          <p:cNvSpPr/>
          <p:nvPr/>
        </p:nvSpPr>
        <p:spPr>
          <a:xfrm>
            <a:off x="176684" y="118714"/>
            <a:ext cx="661562" cy="70745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{"</a:t>
            </a:r>
            <a:r>
              <a:rPr lang="en-US" sz="16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myengine</a:t>
            </a:r>
            <a:r>
              <a:rPr lang="en-US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":{"</a:t>
            </a:r>
            <a:r>
              <a:rPr lang="en-US" sz="16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id":"low</a:t>
            </a:r>
            <a:r>
              <a:rPr lang="en-US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16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dificult</a:t>
            </a:r>
            <a:r>
              <a:rPr lang="en-US" sz="1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"}}</a:t>
            </a:r>
            <a:endParaRPr lang="ru-RU" sz="1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ru-RU" sz="1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1C1C675C-55B5-4040-9253-FDB2F2DF6832}"/>
              </a:ext>
            </a:extLst>
          </p:cNvPr>
          <p:cNvSpPr/>
          <p:nvPr/>
        </p:nvSpPr>
        <p:spPr>
          <a:xfrm>
            <a:off x="176684" y="917632"/>
            <a:ext cx="661562" cy="707452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{"</a:t>
            </a:r>
            <a:r>
              <a:rPr lang="en-US" sz="14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myengine</a:t>
            </a:r>
            <a:r>
              <a:rPr 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":{"</a:t>
            </a:r>
            <a:r>
              <a:rPr lang="en-US" sz="14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id":"normal</a:t>
            </a:r>
            <a:r>
              <a:rPr 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14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dificult</a:t>
            </a:r>
            <a:r>
              <a:rPr 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"}}</a:t>
            </a:r>
            <a:endParaRPr lang="ru-RU" sz="1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C55D14D2-A7D8-44E3-952B-80EFBFFF26BD}"/>
              </a:ext>
            </a:extLst>
          </p:cNvPr>
          <p:cNvSpPr/>
          <p:nvPr/>
        </p:nvSpPr>
        <p:spPr>
          <a:xfrm>
            <a:off x="176684" y="1716550"/>
            <a:ext cx="661563" cy="707453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{"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myengine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":{"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id":</a:t>
            </a:r>
            <a:r>
              <a:rPr lang="en-US" sz="18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"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hard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dificult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"}}</a:t>
            </a:r>
            <a:endParaRPr lang="ru-RU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4621746D-0F2A-4AC0-A6C4-3865CD0A4B47}"/>
              </a:ext>
            </a:extLst>
          </p:cNvPr>
          <p:cNvSpPr/>
          <p:nvPr/>
        </p:nvSpPr>
        <p:spPr>
          <a:xfrm>
            <a:off x="11461749" y="264304"/>
            <a:ext cx="553567" cy="561862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{"</a:t>
            </a:r>
            <a:r>
              <a:rPr lang="en-US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myengine</a:t>
            </a:r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":{"id":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"</a:t>
            </a:r>
            <a:r>
              <a:rPr lang="en-US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exitOptions</a:t>
            </a:r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"}}</a:t>
            </a:r>
            <a:endParaRPr lang="ru-RU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9AF3D386-BE2E-4A06-82C8-F79D8CBCEC2D}"/>
              </a:ext>
            </a:extLst>
          </p:cNvPr>
          <p:cNvGrpSpPr/>
          <p:nvPr/>
        </p:nvGrpSpPr>
        <p:grpSpPr>
          <a:xfrm>
            <a:off x="5270500" y="3425825"/>
            <a:ext cx="6388240" cy="3178175"/>
            <a:chOff x="3048000" y="3425825"/>
            <a:chExt cx="8610740" cy="3178175"/>
          </a:xfrm>
        </p:grpSpPr>
        <p:sp>
          <p:nvSpPr>
            <p:cNvPr id="2" name="Прямоугольник 1">
              <a:extLst>
                <a:ext uri="{FF2B5EF4-FFF2-40B4-BE49-F238E27FC236}">
                  <a16:creationId xmlns:a16="http://schemas.microsoft.com/office/drawing/2014/main" id="{EBF4A9EC-166A-4B77-B28E-C56574C9F114}"/>
                </a:ext>
              </a:extLst>
            </p:cNvPr>
            <p:cNvSpPr/>
            <p:nvPr/>
          </p:nvSpPr>
          <p:spPr>
            <a:xfrm>
              <a:off x="3048000" y="4478013"/>
              <a:ext cx="8610740" cy="200297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algn="ctr"/>
              <a:endPara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aphicFrame>
          <p:nvGraphicFramePr>
            <p:cNvPr id="8" name="Объект 7">
              <a:extLst>
                <a:ext uri="{FF2B5EF4-FFF2-40B4-BE49-F238E27FC236}">
                  <a16:creationId xmlns:a16="http://schemas.microsoft.com/office/drawing/2014/main" id="{1F94F4B9-61E2-4E40-B884-417137269C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6395148"/>
                </p:ext>
              </p:extLst>
            </p:nvPr>
          </p:nvGraphicFramePr>
          <p:xfrm>
            <a:off x="4137025" y="3425825"/>
            <a:ext cx="5878513" cy="3178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5" name="Document" r:id="rId9" imgW="5940803" imgH="3209875" progId="Word.Document.12">
                    <p:embed/>
                  </p:oleObj>
                </mc:Choice>
                <mc:Fallback>
                  <p:oleObj name="Document" r:id="rId9" imgW="5940803" imgH="320987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137025" y="3425825"/>
                          <a:ext cx="5878513" cy="31781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0" name="video">
            <a:hlinkClick r:id="" action="ppaction://media"/>
            <a:extLst>
              <a:ext uri="{FF2B5EF4-FFF2-40B4-BE49-F238E27FC236}">
                <a16:creationId xmlns:a16="http://schemas.microsoft.com/office/drawing/2014/main" id="{84A92483-0CD0-4F20-94FE-9C3E427C5553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3865738" y="242888"/>
            <a:ext cx="5070899" cy="3987918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74F3B2B-3A76-4B92-8A5E-67DB0BAC45A9}"/>
              </a:ext>
            </a:extLst>
          </p:cNvPr>
          <p:cNvSpPr/>
          <p:nvPr/>
        </p:nvSpPr>
        <p:spPr>
          <a:xfrm>
            <a:off x="176684" y="2524993"/>
            <a:ext cx="914400" cy="914400"/>
          </a:xfrm>
          <a:prstGeom prst="rect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{"</a:t>
            </a:r>
            <a:r>
              <a:rPr lang="en-US" dirty="0" err="1"/>
              <a:t>myengine</a:t>
            </a:r>
            <a:r>
              <a:rPr lang="en-US" dirty="0"/>
              <a:t>":{"id":"</a:t>
            </a:r>
            <a:r>
              <a:rPr lang="en-US" dirty="0" err="1"/>
              <a:t>comertions</a:t>
            </a:r>
            <a:r>
              <a:rPr lang="en-US" dirty="0"/>
              <a:t>"}}</a:t>
            </a:r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047261C-BB35-48DE-BF37-4C21168FFDDE}"/>
              </a:ext>
            </a:extLst>
          </p:cNvPr>
          <p:cNvSpPr/>
          <p:nvPr/>
        </p:nvSpPr>
        <p:spPr>
          <a:xfrm>
            <a:off x="176684" y="3665630"/>
            <a:ext cx="914400" cy="914400"/>
          </a:xfrm>
          <a:prstGeom prst="rect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{"</a:t>
            </a:r>
            <a:r>
              <a:rPr lang="en-US" dirty="0" err="1"/>
              <a:t>myengine</a:t>
            </a:r>
            <a:r>
              <a:rPr lang="en-US" dirty="0"/>
              <a:t>":{"id":"comertions2"}}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84045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05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2506</TotalTime>
  <Words>73</Words>
  <Application>Microsoft Office PowerPoint</Application>
  <PresentationFormat>Широкоэкранный</PresentationFormat>
  <Paragraphs>10</Paragraphs>
  <Slides>2</Slides>
  <Notes>0</Notes>
  <HiddenSlides>0</HiddenSlides>
  <MMClips>1</MMClips>
  <ScaleCrop>false</ScaleCrop>
  <HeadingPairs>
    <vt:vector size="8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Tw Cen MT</vt:lpstr>
      <vt:lpstr>Контур</vt:lpstr>
      <vt:lpstr>Документ Microsoft Word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alekandrza14@gmail.com</dc:creator>
  <cp:lastModifiedBy>alekandrza14@gmail.com</cp:lastModifiedBy>
  <cp:revision>49</cp:revision>
  <dcterms:created xsi:type="dcterms:W3CDTF">2026-10-14T19:39:55Z</dcterms:created>
  <dcterms:modified xsi:type="dcterms:W3CDTF">2026-10-16T13:29:17Z</dcterms:modified>
</cp:coreProperties>
</file>