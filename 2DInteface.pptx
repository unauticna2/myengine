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72B307-C764-4180-982A-583D712CCE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82C69C0-19EF-48FE-93D2-ED0EB310E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4E2791-9348-40D2-B7E2-0CFE334E1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BE6B-BEB1-45CB-929C-20DA6F77ABC8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822055-4A8A-46E8-9621-90EFB9306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F0E1EF-DE9D-46BC-AF2E-C78E6ABF2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67E5E-C8CA-47BB-AA4C-641B8B751E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501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A4D4AD-62F4-4B99-B9E7-5FB79A904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5A19D7-E3B2-4A7D-86F5-0A8AE6CD8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198181-389A-443D-9503-4DC72559C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BE6B-BEB1-45CB-929C-20DA6F77ABC8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EE4E60-2BCC-4E7B-8974-A78E41AE6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424D56-1C64-40FF-928B-1D6E9FFA8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67E5E-C8CA-47BB-AA4C-641B8B751E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9419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FF6312-306F-4454-89DC-63BF45F1C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915AF8-7F54-459E-9FE6-0822F516F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C054B7-A992-489E-875F-68EA8A4A0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BE6B-BEB1-45CB-929C-20DA6F77ABC8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C48134-915D-4786-A881-8B412AEF2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F6AF55-8A20-4C31-AA14-B81AEE911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67E5E-C8CA-47BB-AA4C-641B8B751E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722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86D096-DEAA-4B46-AA4A-02C421E28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2A59C8-CE22-487D-9516-A26D3C9CCB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15ACCE-706B-4262-9B21-C4A502269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CD5286C-5858-4AB6-BCB1-31267BDB1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BE6B-BEB1-45CB-929C-20DA6F77ABC8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4CB4CF3-8643-4BA8-87B7-1268B959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6AB5F6-5767-4007-A087-1D5756EC7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67E5E-C8CA-47BB-AA4C-641B8B751E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233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AE8E9F-E7AF-4D35-BFDE-F387E7313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4DDA08-3267-41A4-B76C-6EE634C3F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A9A3756-8E74-4354-921E-F869848756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18AC820-025B-4451-A098-2F355A7815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C135749-2F64-4B03-B857-A922BEFDB3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B98E94A-5C0F-4A41-81A2-0A1AB908C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BE6B-BEB1-45CB-929C-20DA6F77ABC8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48294D-D0A3-42A6-8A28-EF577F874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20D1758-4FB4-4FB5-91F4-A250126A9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67E5E-C8CA-47BB-AA4C-641B8B751E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400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EC9D5-672E-4AFB-ABB6-88A300092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FC450C2-A964-45C3-8101-9E01B3DC6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BE6B-BEB1-45CB-929C-20DA6F77ABC8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09ED3EB-7D50-4211-A8C7-01286851D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7FEB58E-92B1-4663-93B6-C0D066E6F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67E5E-C8CA-47BB-AA4C-641B8B751E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648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70155A7-DD8B-489E-B715-1FDB687D0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BE6B-BEB1-45CB-929C-20DA6F77ABC8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B1660D6-FB13-45AC-A610-3FEA6120A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CB511FD-0DD4-4ACA-B618-8125FF57E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67E5E-C8CA-47BB-AA4C-641B8B751E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1382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4A3615-77C5-4F81-8FAF-79A16F307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E3544C-4C1E-4E71-872E-FD2FC07EE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561F66-5FFF-4B17-B1FD-EE8EE75AA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F36F9B-800F-4AB5-B86F-A30E20CB2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BE6B-BEB1-45CB-929C-20DA6F77ABC8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7053FC0-DBBD-4E9D-A5E6-B95F1C15B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11DFF3-02BC-4A45-B2A6-BB67948F7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67E5E-C8CA-47BB-AA4C-641B8B751E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9124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0CA2B9-2C8B-4EC2-84C2-3C88212BA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EA09AC-49AF-4BC6-BCD2-4ED1F009D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4E51642-BF1B-4AE5-B32A-FF5C29B40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E43FF1C-3556-454E-9D84-22B687BDB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BE6B-BEB1-45CB-929C-20DA6F77ABC8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A152ABE-F074-4F5A-8FC4-1EE88C5EA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6BD7E7-B2E8-4D40-9E78-50BD4E404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67E5E-C8CA-47BB-AA4C-641B8B751E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1562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BA8E74-2B26-4275-9CCC-896D9F676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4596E82-9DA5-4BD3-A138-9CA3D5A9E9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5A7E62-6335-4755-8F44-95588C857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BE6B-BEB1-45CB-929C-20DA6F77ABC8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C5C258-0362-40F8-97D8-A8A71F56F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BCB76B-5FE8-44F8-AF3B-9EC31DF6B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67E5E-C8CA-47BB-AA4C-641B8B751E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8991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5585540-9147-4763-B375-BFEDA28C74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570D88-0501-469E-8AC9-80C730411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85A086-D5EA-457C-A13D-362BEACC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BE6B-BEB1-45CB-929C-20DA6F77ABC8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26B040-C351-4B48-9904-58810EC65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1E4EAA-18AB-4281-8A85-C91A5478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67E5E-C8CA-47BB-AA4C-641B8B751E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0920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D66CF1-E93E-4201-931E-4334E211F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34E2A7-47BD-4D99-9CF7-464835502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D16E3F-3474-4E3F-A05C-3758BC1BB2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2BE6B-BEB1-45CB-929C-20DA6F77ABC8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CD5B0C-8D93-44A3-81D4-138879D338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3FF0F7-E5D9-42F6-B26C-AB1CCA47C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67E5E-C8CA-47BB-AA4C-641B8B751E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026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CDC76CD-3D3A-45B2-ACD6-9D2E5E468DE6}"/>
              </a:ext>
            </a:extLst>
          </p:cNvPr>
          <p:cNvSpPr/>
          <p:nvPr/>
        </p:nvSpPr>
        <p:spPr>
          <a:xfrm>
            <a:off x="259309" y="4339988"/>
            <a:ext cx="2374710" cy="2156346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{"myengine":{"id":"play","onClick":[{"action":"ui","enabled":false}]}}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7373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17</Words>
  <Application>Microsoft Office PowerPoint</Application>
  <PresentationFormat>Широкоэкранный</PresentationFormat>
  <Paragraphs>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alekandrza14@gmail.com</dc:creator>
  <cp:lastModifiedBy>alekandrza14@gmail.com</cp:lastModifiedBy>
  <cp:revision>15</cp:revision>
  <dcterms:created xsi:type="dcterms:W3CDTF">2026-10-14T02:39:29Z</dcterms:created>
  <dcterms:modified xsi:type="dcterms:W3CDTF">2026-10-14T19:05:48Z</dcterms:modified>
</cp:coreProperties>
</file>